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620000" cy="9982200"/>
  <p:notesSz cx="7620000" cy="99822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71500" y="3094482"/>
            <a:ext cx="6477000" cy="209626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1">
                <a:solidFill>
                  <a:srgbClr val="26417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43000" y="5590032"/>
            <a:ext cx="5334000" cy="2495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1">
                <a:solidFill>
                  <a:srgbClr val="08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1">
                <a:solidFill>
                  <a:srgbClr val="26417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1" i="1">
                <a:solidFill>
                  <a:srgbClr val="08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1">
                <a:solidFill>
                  <a:srgbClr val="26417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1000" y="2295906"/>
            <a:ext cx="3314700" cy="65882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924300" y="2295906"/>
            <a:ext cx="3314700" cy="65882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300" b="1" i="1">
                <a:solidFill>
                  <a:srgbClr val="26417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67017" y="3839080"/>
            <a:ext cx="0" cy="1282065"/>
          </a:xfrm>
          <a:custGeom>
            <a:avLst/>
            <a:gdLst/>
            <a:ahLst/>
            <a:cxnLst/>
            <a:rect l="l" t="t" r="r" b="b"/>
            <a:pathLst>
              <a:path w="0" h="1282064">
                <a:moveTo>
                  <a:pt x="0" y="1281723"/>
                </a:moveTo>
                <a:lnTo>
                  <a:pt x="0" y="0"/>
                </a:lnTo>
              </a:path>
            </a:pathLst>
          </a:custGeom>
          <a:ln w="12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2561363" y="4681355"/>
            <a:ext cx="0" cy="440055"/>
          </a:xfrm>
          <a:custGeom>
            <a:avLst/>
            <a:gdLst/>
            <a:ahLst/>
            <a:cxnLst/>
            <a:rect l="l" t="t" r="r" b="b"/>
            <a:pathLst>
              <a:path w="0" h="440054">
                <a:moveTo>
                  <a:pt x="0" y="439447"/>
                </a:moveTo>
                <a:lnTo>
                  <a:pt x="0" y="0"/>
                </a:lnTo>
              </a:path>
            </a:pathLst>
          </a:custGeom>
          <a:ln w="610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4994506" y="4669148"/>
            <a:ext cx="0" cy="452120"/>
          </a:xfrm>
          <a:custGeom>
            <a:avLst/>
            <a:gdLst/>
            <a:ahLst/>
            <a:cxnLst/>
            <a:rect l="l" t="t" r="r" b="b"/>
            <a:pathLst>
              <a:path w="0" h="452120">
                <a:moveTo>
                  <a:pt x="0" y="451654"/>
                </a:moveTo>
                <a:lnTo>
                  <a:pt x="0" y="0"/>
                </a:lnTo>
              </a:path>
            </a:pathLst>
          </a:custGeom>
          <a:ln w="12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064357" y="1385496"/>
            <a:ext cx="0" cy="6409055"/>
          </a:xfrm>
          <a:custGeom>
            <a:avLst/>
            <a:gdLst/>
            <a:ahLst/>
            <a:cxnLst/>
            <a:rect l="l" t="t" r="r" b="b"/>
            <a:pathLst>
              <a:path w="0" h="6409055">
                <a:moveTo>
                  <a:pt x="0" y="6408615"/>
                </a:moveTo>
                <a:lnTo>
                  <a:pt x="0" y="0"/>
                </a:lnTo>
              </a:path>
            </a:pathLst>
          </a:custGeom>
          <a:ln w="1221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4799122" y="3845183"/>
            <a:ext cx="1990725" cy="0"/>
          </a:xfrm>
          <a:custGeom>
            <a:avLst/>
            <a:gdLst/>
            <a:ahLst/>
            <a:cxnLst/>
            <a:rect l="l" t="t" r="r" b="b"/>
            <a:pathLst>
              <a:path w="1990725" h="0">
                <a:moveTo>
                  <a:pt x="0" y="0"/>
                </a:moveTo>
                <a:lnTo>
                  <a:pt x="1990475" y="0"/>
                </a:lnTo>
              </a:path>
            </a:pathLst>
          </a:custGeom>
          <a:ln w="61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54805" y="3845183"/>
            <a:ext cx="2137410" cy="0"/>
          </a:xfrm>
          <a:custGeom>
            <a:avLst/>
            <a:gdLst/>
            <a:ahLst/>
            <a:cxnLst/>
            <a:rect l="l" t="t" r="r" b="b"/>
            <a:pathLst>
              <a:path w="2137410" h="0">
                <a:moveTo>
                  <a:pt x="0" y="0"/>
                </a:moveTo>
                <a:lnTo>
                  <a:pt x="2137013" y="0"/>
                </a:lnTo>
              </a:path>
            </a:pathLst>
          </a:custGeom>
          <a:ln w="915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573940" y="7788007"/>
            <a:ext cx="6508750" cy="0"/>
          </a:xfrm>
          <a:custGeom>
            <a:avLst/>
            <a:gdLst/>
            <a:ahLst/>
            <a:cxnLst/>
            <a:rect l="l" t="t" r="r" b="b"/>
            <a:pathLst>
              <a:path w="6508750" h="0">
                <a:moveTo>
                  <a:pt x="0" y="0"/>
                </a:moveTo>
                <a:lnTo>
                  <a:pt x="6508733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4652584" y="8319006"/>
            <a:ext cx="2418080" cy="0"/>
          </a:xfrm>
          <a:custGeom>
            <a:avLst/>
            <a:gdLst/>
            <a:ahLst/>
            <a:cxnLst/>
            <a:rect l="l" t="t" r="r" b="b"/>
            <a:pathLst>
              <a:path w="2418079" h="0">
                <a:moveTo>
                  <a:pt x="0" y="0"/>
                </a:moveTo>
                <a:lnTo>
                  <a:pt x="2417878" y="0"/>
                </a:lnTo>
              </a:path>
            </a:pathLst>
          </a:custGeom>
          <a:ln w="61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bg object 24"/>
          <p:cNvSpPr/>
          <p:nvPr/>
        </p:nvSpPr>
        <p:spPr>
          <a:xfrm>
            <a:off x="573940" y="8319006"/>
            <a:ext cx="3676015" cy="0"/>
          </a:xfrm>
          <a:custGeom>
            <a:avLst/>
            <a:gdLst/>
            <a:ahLst/>
            <a:cxnLst/>
            <a:rect l="l" t="t" r="r" b="b"/>
            <a:pathLst>
              <a:path w="3676015" h="0">
                <a:moveTo>
                  <a:pt x="0" y="0"/>
                </a:moveTo>
                <a:lnTo>
                  <a:pt x="3675663" y="0"/>
                </a:lnTo>
              </a:path>
            </a:pathLst>
          </a:custGeom>
          <a:ln w="610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33762" y="-137805"/>
            <a:ext cx="602614" cy="1124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1" i="1">
                <a:solidFill>
                  <a:srgbClr val="26417E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42582" y="1796731"/>
            <a:ext cx="5867400" cy="2359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1" i="1">
                <a:solidFill>
                  <a:srgbClr val="080000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90800" y="9283446"/>
            <a:ext cx="2438400" cy="49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1000" y="9283446"/>
            <a:ext cx="1752600" cy="49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86400" y="9283446"/>
            <a:ext cx="1752600" cy="499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033762" y="-137805"/>
            <a:ext cx="602615" cy="112458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30"/>
              <a:t>P</a:t>
            </a:r>
            <a:r>
              <a:rPr dirty="0" baseline="-3086" sz="10800" spc="-3554" b="0" i="0">
                <a:solidFill>
                  <a:srgbClr val="0A4F97"/>
                </a:solidFill>
                <a:latin typeface="Times New Roman"/>
                <a:cs typeface="Times New Roman"/>
              </a:rPr>
              <a:t>•</a:t>
            </a:r>
            <a:r>
              <a:rPr dirty="0" sz="1300" spc="25"/>
              <a:t>ay</a:t>
            </a:r>
            <a:r>
              <a:rPr dirty="0" sz="1300" spc="25">
                <a:solidFill>
                  <a:srgbClr val="2DA0C8"/>
                </a:solidFill>
              </a:rPr>
              <a:t>Pal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6946" y="849695"/>
            <a:ext cx="1703705" cy="346075"/>
          </a:xfrm>
          <a:custGeom>
            <a:avLst/>
            <a:gdLst/>
            <a:ahLst/>
            <a:cxnLst/>
            <a:rect l="l" t="t" r="r" b="b"/>
            <a:pathLst>
              <a:path w="1703705" h="346075">
                <a:moveTo>
                  <a:pt x="1703505" y="345994"/>
                </a:moveTo>
                <a:lnTo>
                  <a:pt x="0" y="345994"/>
                </a:lnTo>
                <a:lnTo>
                  <a:pt x="0" y="0"/>
                </a:lnTo>
                <a:lnTo>
                  <a:pt x="1703505" y="0"/>
                </a:lnTo>
                <a:lnTo>
                  <a:pt x="1703505" y="345994"/>
                </a:lnTo>
                <a:close/>
              </a:path>
            </a:pathLst>
          </a:custGeom>
          <a:solidFill>
            <a:srgbClr val="89151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54246" y="850444"/>
            <a:ext cx="1736725" cy="315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900" spc="85" b="1">
                <a:solidFill>
                  <a:srgbClr val="F4E8E6"/>
                </a:solidFill>
                <a:latin typeface="Arial"/>
                <a:cs typeface="Arial"/>
              </a:rPr>
              <a:t>Unauthorized</a:t>
            </a:r>
            <a:endParaRPr sz="1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80469" y="849695"/>
            <a:ext cx="1480820" cy="346075"/>
          </a:xfrm>
          <a:prstGeom prst="rect">
            <a:avLst/>
          </a:prstGeom>
          <a:solidFill>
            <a:srgbClr val="891516"/>
          </a:solidFill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50" b="1">
                <a:solidFill>
                  <a:srgbClr val="F4E8E6"/>
                </a:solidFill>
                <a:latin typeface="Arial"/>
                <a:cs typeface="Arial"/>
              </a:rPr>
              <a:t>Transaction</a:t>
            </a:r>
            <a:endParaRPr sz="1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64124" y="849695"/>
            <a:ext cx="626110" cy="346075"/>
          </a:xfrm>
          <a:prstGeom prst="rect">
            <a:avLst/>
          </a:prstGeom>
          <a:solidFill>
            <a:srgbClr val="891516"/>
          </a:solidFill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900" spc="90" b="1">
                <a:solidFill>
                  <a:srgbClr val="F4E8E6"/>
                </a:solidFill>
                <a:latin typeface="Arial"/>
                <a:cs typeface="Arial"/>
              </a:rPr>
              <a:t>Alert</a:t>
            </a:r>
            <a:endParaRPr sz="19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08060" y="2874298"/>
            <a:ext cx="6350" cy="217170"/>
          </a:xfrm>
          <a:custGeom>
            <a:avLst/>
            <a:gdLst/>
            <a:ahLst/>
            <a:cxnLst/>
            <a:rect l="l" t="t" r="r" b="b"/>
            <a:pathLst>
              <a:path w="6350" h="217169">
                <a:moveTo>
                  <a:pt x="6105" y="216840"/>
                </a:moveTo>
                <a:lnTo>
                  <a:pt x="0" y="216840"/>
                </a:lnTo>
                <a:lnTo>
                  <a:pt x="0" y="0"/>
                </a:lnTo>
                <a:lnTo>
                  <a:pt x="6105" y="0"/>
                </a:lnTo>
                <a:lnTo>
                  <a:pt x="6105" y="216840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Dear,</a:t>
            </a:r>
            <a:r>
              <a:rPr dirty="0" sz="1250" spc="-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pc="-10"/>
              <a:t>Customer,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</a:p>
          <a:p>
            <a:pPr marL="21590" marR="5080" indent="3175">
              <a:lnSpc>
                <a:spcPct val="129800"/>
              </a:lnSpc>
            </a:pP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We</a:t>
            </a:r>
            <a:r>
              <a:rPr dirty="0" sz="1250" spc="23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have</a:t>
            </a:r>
            <a:r>
              <a:rPr dirty="0" sz="1250" spc="30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detected</a:t>
            </a:r>
            <a:r>
              <a:rPr dirty="0" sz="1250" spc="31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an</a:t>
            </a:r>
            <a:r>
              <a:rPr dirty="0" sz="1250" spc="22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504F4F"/>
                </a:solidFill>
                <a:latin typeface="Arial"/>
                <a:cs typeface="Arial"/>
              </a:rPr>
              <a:t>unauthorized</a:t>
            </a:r>
            <a:r>
              <a:rPr dirty="0" sz="1250" spc="390" b="0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transaction</a:t>
            </a:r>
            <a:r>
              <a:rPr dirty="0" sz="1250" spc="21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80" b="0" i="0">
                <a:solidFill>
                  <a:srgbClr val="626262"/>
                </a:solidFill>
                <a:latin typeface="Arial"/>
                <a:cs typeface="Arial"/>
              </a:rPr>
              <a:t>from</a:t>
            </a:r>
            <a:r>
              <a:rPr dirty="0" sz="1250" spc="229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your</a:t>
            </a:r>
            <a:r>
              <a:rPr dirty="0" sz="1250" spc="28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10" b="0" i="0">
                <a:solidFill>
                  <a:srgbClr val="504F4F"/>
                </a:solidFill>
                <a:latin typeface="Arial"/>
                <a:cs typeface="Arial"/>
              </a:rPr>
              <a:t>PayPa</a:t>
            </a:r>
            <a:r>
              <a:rPr dirty="0" sz="1250" spc="-10" b="0" i="0">
                <a:solidFill>
                  <a:srgbClr val="2A2A2A"/>
                </a:solidFill>
                <a:latin typeface="Arial"/>
                <a:cs typeface="Arial"/>
              </a:rPr>
              <a:t>l</a:t>
            </a:r>
            <a:r>
              <a:rPr dirty="0" sz="1250" spc="120" b="0" i="0">
                <a:solidFill>
                  <a:srgbClr val="2A2A2A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account</a:t>
            </a:r>
            <a:r>
              <a:rPr dirty="0" sz="1250" spc="32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25" b="0" i="0">
                <a:solidFill>
                  <a:srgbClr val="626262"/>
                </a:solidFill>
                <a:latin typeface="Arial"/>
                <a:cs typeface="Arial"/>
              </a:rPr>
              <a:t>for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the</a:t>
            </a:r>
            <a:r>
              <a:rPr dirty="0" sz="1250" spc="24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0" b="0" i="0">
                <a:solidFill>
                  <a:srgbClr val="626262"/>
                </a:solidFill>
                <a:latin typeface="Arial"/>
                <a:cs typeface="Arial"/>
              </a:rPr>
              <a:t>amount</a:t>
            </a:r>
            <a:r>
              <a:rPr dirty="0" sz="1250" spc="19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of</a:t>
            </a:r>
            <a:r>
              <a:rPr dirty="0" sz="1250" spc="19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90" i="0">
                <a:solidFill>
                  <a:srgbClr val="504F4F"/>
                </a:solidFill>
                <a:latin typeface="Arial"/>
                <a:cs typeface="Arial"/>
              </a:rPr>
              <a:t>$549.49,</a:t>
            </a:r>
            <a:r>
              <a:rPr dirty="0" sz="1250" spc="280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charged</a:t>
            </a:r>
            <a:r>
              <a:rPr dirty="0" sz="1250" spc="17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on</a:t>
            </a:r>
            <a:r>
              <a:rPr dirty="0" sz="1250" spc="-1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150"/>
              <a:t>April,</a:t>
            </a:r>
            <a:r>
              <a:rPr dirty="0" sz="1150" spc="-5"/>
              <a:t> </a:t>
            </a:r>
            <a:r>
              <a:rPr dirty="0" sz="1150" spc="50"/>
              <a:t>27,</a:t>
            </a:r>
            <a:r>
              <a:rPr dirty="0" sz="1150" spc="-10"/>
              <a:t> </a:t>
            </a:r>
            <a:r>
              <a:rPr dirty="0" sz="1150" spc="-20"/>
              <a:t>2026</a:t>
            </a:r>
            <a:endParaRPr sz="1150">
              <a:latin typeface="Arial"/>
              <a:cs typeface="Arial"/>
            </a:endParaRPr>
          </a:p>
          <a:p>
            <a:pPr marL="16510" marR="229870" indent="-4445">
              <a:lnSpc>
                <a:spcPct val="128200"/>
              </a:lnSpc>
              <a:spcBef>
                <a:spcPts val="1295"/>
              </a:spcBef>
            </a:pP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If</a:t>
            </a:r>
            <a:r>
              <a:rPr dirty="0" sz="1250" spc="24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you</a:t>
            </a:r>
            <a:r>
              <a:rPr dirty="0" sz="1250" spc="16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did</a:t>
            </a:r>
            <a:r>
              <a:rPr dirty="0" sz="1250" spc="18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not</a:t>
            </a:r>
            <a:r>
              <a:rPr dirty="0" sz="1250" spc="27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authoriz</a:t>
            </a:r>
            <a:r>
              <a:rPr dirty="0" sz="1250" spc="10" b="0" i="0">
                <a:solidFill>
                  <a:srgbClr val="B8B6B6"/>
                </a:solidFill>
                <a:latin typeface="Arial"/>
                <a:cs typeface="Arial"/>
              </a:rPr>
              <a:t>,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e</a:t>
            </a:r>
            <a:r>
              <a:rPr dirty="0" sz="1250" spc="9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this</a:t>
            </a:r>
            <a:r>
              <a:rPr dirty="0" sz="1250" spc="10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transaction,</a:t>
            </a:r>
            <a:r>
              <a:rPr dirty="0" sz="1250" spc="21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 b="0" i="0">
                <a:solidFill>
                  <a:srgbClr val="626262"/>
                </a:solidFill>
                <a:latin typeface="Arial"/>
                <a:cs typeface="Arial"/>
              </a:rPr>
              <a:t>please</a:t>
            </a:r>
            <a:r>
              <a:rPr dirty="0" sz="1250" spc="204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45" b="0" i="0">
                <a:solidFill>
                  <a:srgbClr val="626262"/>
                </a:solidFill>
                <a:latin typeface="Arial"/>
                <a:cs typeface="Arial"/>
              </a:rPr>
              <a:t>contact</a:t>
            </a:r>
            <a:r>
              <a:rPr dirty="0" sz="1250" spc="10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0" b="0" i="0">
                <a:solidFill>
                  <a:srgbClr val="626262"/>
                </a:solidFill>
                <a:latin typeface="Arial"/>
                <a:cs typeface="Arial"/>
              </a:rPr>
              <a:t>our</a:t>
            </a:r>
            <a:r>
              <a:rPr dirty="0" sz="1250" spc="14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45" b="0" i="0">
                <a:solidFill>
                  <a:srgbClr val="626262"/>
                </a:solidFill>
                <a:latin typeface="Arial"/>
                <a:cs typeface="Arial"/>
              </a:rPr>
              <a:t>support</a:t>
            </a:r>
            <a:r>
              <a:rPr dirty="0" sz="1250" spc="10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 b="0" i="0">
                <a:solidFill>
                  <a:srgbClr val="626262"/>
                </a:solidFill>
                <a:latin typeface="Arial"/>
                <a:cs typeface="Arial"/>
              </a:rPr>
              <a:t>team </a:t>
            </a:r>
            <a:r>
              <a:rPr dirty="0" sz="1250" spc="65" i="0">
                <a:solidFill>
                  <a:srgbClr val="504F4F"/>
                </a:solidFill>
                <a:latin typeface="Arial"/>
                <a:cs typeface="Arial"/>
              </a:rPr>
              <a:t>with·n</a:t>
            </a:r>
            <a:r>
              <a:rPr dirty="0" sz="1250" spc="185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70" i="0">
                <a:solidFill>
                  <a:srgbClr val="423D3D"/>
                </a:solidFill>
                <a:latin typeface="Arial"/>
                <a:cs typeface="Arial"/>
              </a:rPr>
              <a:t>12</a:t>
            </a:r>
            <a:r>
              <a:rPr dirty="0" sz="1250" spc="330" i="0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 spc="55" i="0">
                <a:solidFill>
                  <a:srgbClr val="423D3D"/>
                </a:solidFill>
                <a:latin typeface="Arial"/>
                <a:cs typeface="Arial"/>
              </a:rPr>
              <a:t>hours</a:t>
            </a:r>
            <a:r>
              <a:rPr dirty="0" sz="1250" spc="170" i="0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at</a:t>
            </a:r>
            <a:r>
              <a:rPr dirty="0" sz="1250" spc="200" b="0" i="0">
                <a:solidFill>
                  <a:srgbClr val="626262"/>
                </a:solidFill>
                <a:latin typeface="Arial"/>
                <a:cs typeface="Arial"/>
              </a:rPr>
              <a:t>  </a:t>
            </a:r>
            <a:r>
              <a:rPr dirty="0" sz="1250" spc="50" b="0" i="0">
                <a:solidFill>
                  <a:srgbClr val="626262"/>
                </a:solidFill>
                <a:latin typeface="Arial"/>
                <a:cs typeface="Arial"/>
              </a:rPr>
              <a:t>he</a:t>
            </a:r>
            <a:r>
              <a:rPr dirty="0" sz="1250" spc="10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504F4F"/>
                </a:solidFill>
                <a:latin typeface="Arial"/>
                <a:cs typeface="Arial"/>
              </a:rPr>
              <a:t>number</a:t>
            </a:r>
            <a:r>
              <a:rPr dirty="0" sz="1250" spc="204" b="0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below.</a:t>
            </a:r>
            <a:r>
              <a:rPr dirty="0" sz="1250" spc="18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Once</a:t>
            </a:r>
            <a:r>
              <a:rPr dirty="0" sz="1250" spc="12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verified,</a:t>
            </a:r>
            <a:r>
              <a:rPr dirty="0" sz="1250" spc="24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a</a:t>
            </a:r>
            <a:r>
              <a:rPr dirty="0" sz="1250" spc="7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 b="0" i="0">
                <a:solidFill>
                  <a:srgbClr val="626262"/>
                </a:solidFill>
                <a:latin typeface="Arial"/>
                <a:cs typeface="Arial"/>
              </a:rPr>
              <a:t>refund</a:t>
            </a:r>
            <a:r>
              <a:rPr dirty="0" sz="1250" spc="15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will</a:t>
            </a:r>
            <a:r>
              <a:rPr dirty="0" sz="1250" spc="195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25" b="0" i="0">
                <a:solidFill>
                  <a:srgbClr val="626262"/>
                </a:solidFill>
                <a:latin typeface="Arial"/>
                <a:cs typeface="Arial"/>
              </a:rPr>
              <a:t>be </a:t>
            </a:r>
            <a:r>
              <a:rPr dirty="0" sz="1250" b="0" i="0">
                <a:solidFill>
                  <a:srgbClr val="626262"/>
                </a:solidFill>
                <a:latin typeface="Arial"/>
                <a:cs typeface="Arial"/>
              </a:rPr>
              <a:t>processed</a:t>
            </a:r>
            <a:r>
              <a:rPr dirty="0" sz="1250" spc="18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65" b="0" i="0">
                <a:solidFill>
                  <a:srgbClr val="504F4F"/>
                </a:solidFill>
                <a:latin typeface="Arial"/>
                <a:cs typeface="Arial"/>
              </a:rPr>
              <a:t>w</a:t>
            </a:r>
            <a:r>
              <a:rPr dirty="0" sz="1250" spc="65" b="0" i="0">
                <a:solidFill>
                  <a:srgbClr val="777777"/>
                </a:solidFill>
                <a:latin typeface="Arial"/>
                <a:cs typeface="Arial"/>
              </a:rPr>
              <a:t>ith</a:t>
            </a:r>
            <a:r>
              <a:rPr dirty="0" sz="1250" spc="65" b="0" i="0">
                <a:solidFill>
                  <a:srgbClr val="504F4F"/>
                </a:solidFill>
                <a:latin typeface="Arial"/>
                <a:cs typeface="Arial"/>
              </a:rPr>
              <a:t>in</a:t>
            </a:r>
            <a:r>
              <a:rPr dirty="0" sz="1250" spc="145" b="0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80" b="0" i="0">
                <a:solidFill>
                  <a:srgbClr val="626262"/>
                </a:solidFill>
                <a:latin typeface="Arial"/>
                <a:cs typeface="Arial"/>
              </a:rPr>
              <a:t>6</a:t>
            </a:r>
            <a:r>
              <a:rPr dirty="0" sz="1250" spc="90" b="0" i="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10" b="0" i="0">
                <a:solidFill>
                  <a:srgbClr val="626262"/>
                </a:solidFill>
                <a:latin typeface="Arial"/>
                <a:cs typeface="Arial"/>
              </a:rPr>
              <a:t>hours.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15"/>
              </a:spcBef>
            </a:pPr>
            <a:endParaRPr sz="1250">
              <a:latin typeface="Arial"/>
              <a:cs typeface="Arial"/>
            </a:endParaRPr>
          </a:p>
          <a:p>
            <a:pPr algn="ctr" marL="91440">
              <a:lnSpc>
                <a:spcPct val="100000"/>
              </a:lnSpc>
            </a:pPr>
            <a:r>
              <a:rPr dirty="0" sz="1250" spc="60" i="0">
                <a:solidFill>
                  <a:srgbClr val="504F4F"/>
                </a:solidFill>
                <a:latin typeface="Arial"/>
                <a:cs typeface="Arial"/>
              </a:rPr>
              <a:t>Transaction</a:t>
            </a:r>
            <a:r>
              <a:rPr dirty="0" sz="1250" spc="125" i="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80" i="0">
                <a:solidFill>
                  <a:srgbClr val="423D3D"/>
                </a:solidFill>
                <a:latin typeface="Arial"/>
                <a:cs typeface="Arial"/>
              </a:rPr>
              <a:t>DetaiIs</a:t>
            </a:r>
            <a:endParaRPr sz="12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58646" y="4360179"/>
            <a:ext cx="70421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75" b="1">
                <a:solidFill>
                  <a:srgbClr val="423D3D"/>
                </a:solidFill>
                <a:latin typeface="Arial"/>
                <a:cs typeface="Arial"/>
              </a:rPr>
              <a:t>Product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5104" y="4360179"/>
            <a:ext cx="68643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65" b="1">
                <a:solidFill>
                  <a:srgbClr val="423D3D"/>
                </a:solidFill>
                <a:latin typeface="Arial"/>
                <a:cs typeface="Arial"/>
              </a:rPr>
              <a:t>Amount</a:t>
            </a:r>
            <a:endParaRPr sz="12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82784" y="4354076"/>
            <a:ext cx="763905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65" b="1">
                <a:solidFill>
                  <a:srgbClr val="423D3D"/>
                </a:solidFill>
                <a:latin typeface="Arial"/>
                <a:cs typeface="Arial"/>
              </a:rPr>
              <a:t>Quant·ty</a:t>
            </a:r>
            <a:endParaRPr sz="12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51050" y="4781316"/>
            <a:ext cx="112141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55" b="1">
                <a:solidFill>
                  <a:srgbClr val="423D3D"/>
                </a:solidFill>
                <a:latin typeface="Arial"/>
                <a:cs typeface="Arial"/>
              </a:rPr>
              <a:t>Bitcoin</a:t>
            </a:r>
            <a:r>
              <a:rPr dirty="0" sz="1250" spc="165" b="1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423D3D"/>
                </a:solidFill>
                <a:latin typeface="Arial"/>
                <a:cs typeface="Arial"/>
              </a:rPr>
              <a:t>-</a:t>
            </a:r>
            <a:r>
              <a:rPr dirty="0" sz="1250" spc="150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 spc="-25" b="1">
                <a:solidFill>
                  <a:srgbClr val="423D3D"/>
                </a:solidFill>
                <a:latin typeface="Arial"/>
                <a:cs typeface="Arial"/>
              </a:rPr>
              <a:t>BTC</a:t>
            </a:r>
            <a:endParaRPr sz="125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695380" y="4310348"/>
            <a:ext cx="92075" cy="867410"/>
          </a:xfrm>
          <a:custGeom>
            <a:avLst/>
            <a:gdLst/>
            <a:ahLst/>
            <a:cxnLst/>
            <a:rect l="l" t="t" r="r" b="b"/>
            <a:pathLst>
              <a:path w="92075" h="867410">
                <a:moveTo>
                  <a:pt x="91586" y="867361"/>
                </a:moveTo>
                <a:lnTo>
                  <a:pt x="0" y="867361"/>
                </a:lnTo>
                <a:lnTo>
                  <a:pt x="0" y="0"/>
                </a:lnTo>
                <a:lnTo>
                  <a:pt x="91586" y="0"/>
                </a:lnTo>
                <a:lnTo>
                  <a:pt x="91586" y="867361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2796340" y="4322796"/>
            <a:ext cx="1019810" cy="788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98525" algn="l"/>
              </a:tabLst>
            </a:pPr>
            <a:r>
              <a:rPr dirty="0" sz="1300" spc="165">
                <a:solidFill>
                  <a:srgbClr val="504F4F"/>
                </a:solidFill>
                <a:latin typeface="Times New Roman"/>
                <a:cs typeface="Times New Roman"/>
              </a:rPr>
              <a:t>$549.49</a:t>
            </a:r>
            <a:r>
              <a:rPr dirty="0" sz="1300">
                <a:solidFill>
                  <a:srgbClr val="504F4F"/>
                </a:solidFill>
                <a:latin typeface="Times New Roman"/>
                <a:cs typeface="Times New Roman"/>
              </a:rPr>
              <a:t>	</a:t>
            </a:r>
            <a:r>
              <a:rPr dirty="0" sz="5000" spc="-865">
                <a:solidFill>
                  <a:srgbClr val="D1C1C3"/>
                </a:solidFill>
                <a:latin typeface="Arial"/>
                <a:cs typeface="Arial"/>
              </a:rPr>
              <a:t>r</a:t>
            </a:r>
            <a:endParaRPr sz="50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03297" y="4768152"/>
            <a:ext cx="6350" cy="302895"/>
          </a:xfrm>
          <a:custGeom>
            <a:avLst/>
            <a:gdLst/>
            <a:ahLst/>
            <a:cxnLst/>
            <a:rect l="l" t="t" r="r" b="b"/>
            <a:pathLst>
              <a:path w="6350" h="302895">
                <a:moveTo>
                  <a:pt x="6105" y="302750"/>
                </a:moveTo>
                <a:lnTo>
                  <a:pt x="0" y="302750"/>
                </a:lnTo>
                <a:lnTo>
                  <a:pt x="0" y="0"/>
                </a:lnTo>
                <a:lnTo>
                  <a:pt x="6105" y="0"/>
                </a:lnTo>
                <a:lnTo>
                  <a:pt x="6105" y="302750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28425" y="4762243"/>
            <a:ext cx="234315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63320" algn="l"/>
              </a:tabLst>
            </a:pPr>
            <a:r>
              <a:rPr dirty="0" sz="1400" spc="30">
                <a:solidFill>
                  <a:srgbClr val="626262"/>
                </a:solidFill>
                <a:latin typeface="Courier New"/>
                <a:cs typeface="Courier New"/>
              </a:rPr>
              <a:t>0</a:t>
            </a:r>
            <a:r>
              <a:rPr dirty="0" sz="1400" spc="-310">
                <a:solidFill>
                  <a:srgbClr val="9A9391"/>
                </a:solidFill>
                <a:latin typeface="Courier New"/>
                <a:cs typeface="Courier New"/>
              </a:rPr>
              <a:t>.</a:t>
            </a:r>
            <a:r>
              <a:rPr dirty="0" sz="1400" spc="-865">
                <a:solidFill>
                  <a:srgbClr val="626262"/>
                </a:solidFill>
                <a:latin typeface="Courier New"/>
                <a:cs typeface="Courier New"/>
              </a:rPr>
              <a:t>0</a:t>
            </a:r>
            <a:r>
              <a:rPr dirty="0" sz="1400" spc="-150">
                <a:solidFill>
                  <a:srgbClr val="B8B6B6"/>
                </a:solidFill>
                <a:latin typeface="Courier New"/>
                <a:cs typeface="Courier New"/>
              </a:rPr>
              <a:t>.</a:t>
            </a:r>
            <a:r>
              <a:rPr dirty="0" sz="1400" spc="-160">
                <a:solidFill>
                  <a:srgbClr val="626262"/>
                </a:solidFill>
                <a:latin typeface="Courier New"/>
                <a:cs typeface="Courier New"/>
              </a:rPr>
              <a:t>0</a:t>
            </a:r>
            <a:r>
              <a:rPr dirty="0" sz="1400" spc="-150">
                <a:solidFill>
                  <a:srgbClr val="626262"/>
                </a:solidFill>
                <a:latin typeface="Courier New"/>
                <a:cs typeface="Courier New"/>
              </a:rPr>
              <a:t>1</a:t>
            </a:r>
            <a:r>
              <a:rPr dirty="0" sz="1400">
                <a:solidFill>
                  <a:srgbClr val="626262"/>
                </a:solidFill>
                <a:latin typeface="Courier New"/>
                <a:cs typeface="Courier New"/>
              </a:rPr>
              <a:t>	</a:t>
            </a:r>
            <a:r>
              <a:rPr dirty="0" sz="1400" spc="-60">
                <a:solidFill>
                  <a:srgbClr val="504F4F"/>
                </a:solidFill>
                <a:latin typeface="Courier New"/>
                <a:cs typeface="Courier New"/>
              </a:rPr>
              <a:t>57300</a:t>
            </a:r>
            <a:r>
              <a:rPr dirty="0" sz="1400" spc="-130">
                <a:solidFill>
                  <a:srgbClr val="504F4F"/>
                </a:solidFill>
                <a:latin typeface="Courier New"/>
                <a:cs typeface="Courier New"/>
              </a:rPr>
              <a:t> </a:t>
            </a:r>
            <a:r>
              <a:rPr dirty="0" sz="1400" spc="-70">
                <a:solidFill>
                  <a:srgbClr val="504F4F"/>
                </a:solidFill>
                <a:latin typeface="Courier New"/>
                <a:cs typeface="Courier New"/>
              </a:rPr>
              <a:t>106849</a:t>
            </a:r>
            <a:endParaRPr sz="1400">
              <a:latin typeface="Courier New"/>
              <a:cs typeface="Courier New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874193" y="6670640"/>
            <a:ext cx="6350" cy="217170"/>
          </a:xfrm>
          <a:custGeom>
            <a:avLst/>
            <a:gdLst/>
            <a:ahLst/>
            <a:cxnLst/>
            <a:rect l="l" t="t" r="r" b="b"/>
            <a:pathLst>
              <a:path w="6350" h="217170">
                <a:moveTo>
                  <a:pt x="6105" y="216840"/>
                </a:moveTo>
                <a:lnTo>
                  <a:pt x="0" y="216840"/>
                </a:lnTo>
                <a:lnTo>
                  <a:pt x="0" y="0"/>
                </a:lnTo>
                <a:lnTo>
                  <a:pt x="6105" y="0"/>
                </a:lnTo>
                <a:lnTo>
                  <a:pt x="6105" y="216840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85726" y="6670640"/>
            <a:ext cx="6350" cy="217170"/>
          </a:xfrm>
          <a:custGeom>
            <a:avLst/>
            <a:gdLst/>
            <a:ahLst/>
            <a:cxnLst/>
            <a:rect l="l" t="t" r="r" b="b"/>
            <a:pathLst>
              <a:path w="6350" h="217170">
                <a:moveTo>
                  <a:pt x="6105" y="216840"/>
                </a:moveTo>
                <a:lnTo>
                  <a:pt x="0" y="216840"/>
                </a:lnTo>
                <a:lnTo>
                  <a:pt x="0" y="0"/>
                </a:lnTo>
                <a:lnTo>
                  <a:pt x="6105" y="0"/>
                </a:lnTo>
                <a:lnTo>
                  <a:pt x="6105" y="216840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842582" y="5292479"/>
            <a:ext cx="5901055" cy="20091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6510" marR="452755" indent="-4445">
              <a:lnSpc>
                <a:spcPct val="129800"/>
              </a:lnSpc>
              <a:spcBef>
                <a:spcPts val="100"/>
              </a:spcBef>
            </a:pP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If</a:t>
            </a:r>
            <a:r>
              <a:rPr dirty="0" sz="1250" spc="36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we</a:t>
            </a:r>
            <a:r>
              <a:rPr dirty="0" sz="1250" spc="4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75">
                <a:solidFill>
                  <a:srgbClr val="626262"/>
                </a:solidFill>
                <a:latin typeface="Arial"/>
                <a:cs typeface="Arial"/>
              </a:rPr>
              <a:t>don't</a:t>
            </a:r>
            <a:r>
              <a:rPr dirty="0" sz="1250" spc="12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hear</a:t>
            </a:r>
            <a:r>
              <a:rPr dirty="0" sz="1250" spc="16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626262"/>
                </a:solidFill>
                <a:latin typeface="Arial"/>
                <a:cs typeface="Arial"/>
              </a:rPr>
              <a:t>from</a:t>
            </a:r>
            <a:r>
              <a:rPr dirty="0" sz="1250" spc="13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you</a:t>
            </a:r>
            <a:r>
              <a:rPr dirty="0" sz="1250" spc="13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626262"/>
                </a:solidFill>
                <a:latin typeface="Arial"/>
                <a:cs typeface="Arial"/>
              </a:rPr>
              <a:t>with</a:t>
            </a:r>
            <a:r>
              <a:rPr dirty="0" sz="1250" spc="65">
                <a:solidFill>
                  <a:srgbClr val="423D3D"/>
                </a:solidFill>
                <a:latin typeface="Arial"/>
                <a:cs typeface="Arial"/>
              </a:rPr>
              <a:t>i</a:t>
            </a:r>
            <a:r>
              <a:rPr dirty="0" sz="1250" spc="65">
                <a:solidFill>
                  <a:srgbClr val="626262"/>
                </a:solidFill>
                <a:latin typeface="Arial"/>
                <a:cs typeface="Arial"/>
              </a:rPr>
              <a:t>n</a:t>
            </a:r>
            <a:r>
              <a:rPr dirty="0" sz="1250" spc="4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65">
                <a:solidFill>
                  <a:srgbClr val="626262"/>
                </a:solidFill>
                <a:latin typeface="Arial"/>
                <a:cs typeface="Arial"/>
              </a:rPr>
              <a:t>the</a:t>
            </a:r>
            <a:r>
              <a:rPr dirty="0" sz="1250" spc="12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626262"/>
                </a:solidFill>
                <a:latin typeface="Arial"/>
                <a:cs typeface="Arial"/>
              </a:rPr>
              <a:t>given</a:t>
            </a:r>
            <a:r>
              <a:rPr dirty="0" sz="1250" spc="7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504F4F"/>
                </a:solidFill>
                <a:latin typeface="Arial"/>
                <a:cs typeface="Arial"/>
              </a:rPr>
              <a:t>t</a:t>
            </a:r>
            <a:r>
              <a:rPr dirty="0" sz="1250" spc="55">
                <a:solidFill>
                  <a:srgbClr val="9A9391"/>
                </a:solidFill>
                <a:latin typeface="Arial"/>
                <a:cs typeface="Arial"/>
              </a:rPr>
              <a:t>·</a:t>
            </a:r>
            <a:r>
              <a:rPr dirty="0" sz="1250" spc="55">
                <a:solidFill>
                  <a:srgbClr val="626262"/>
                </a:solidFill>
                <a:latin typeface="Arial"/>
                <a:cs typeface="Arial"/>
              </a:rPr>
              <a:t>me,</a:t>
            </a:r>
            <a:r>
              <a:rPr dirty="0" sz="1250" spc="5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the</a:t>
            </a:r>
            <a:r>
              <a:rPr dirty="0" sz="1250" spc="10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75">
                <a:solidFill>
                  <a:srgbClr val="504F4F"/>
                </a:solidFill>
                <a:latin typeface="Arial"/>
                <a:cs typeface="Arial"/>
              </a:rPr>
              <a:t>fu</a:t>
            </a:r>
            <a:r>
              <a:rPr dirty="0" sz="1250" spc="75">
                <a:solidFill>
                  <a:srgbClr val="777777"/>
                </a:solidFill>
                <a:latin typeface="Arial"/>
                <a:cs typeface="Arial"/>
              </a:rPr>
              <a:t>l</a:t>
            </a:r>
            <a:r>
              <a:rPr dirty="0" sz="1250" spc="75">
                <a:solidFill>
                  <a:srgbClr val="504F4F"/>
                </a:solidFill>
                <a:latin typeface="Arial"/>
                <a:cs typeface="Arial"/>
              </a:rPr>
              <a:t>l</a:t>
            </a:r>
            <a:r>
              <a:rPr dirty="0" sz="1250" spc="5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626262"/>
                </a:solidFill>
                <a:latin typeface="Arial"/>
                <a:cs typeface="Arial"/>
              </a:rPr>
              <a:t>amount</a:t>
            </a:r>
            <a:r>
              <a:rPr dirty="0" sz="1250" spc="15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w</a:t>
            </a:r>
            <a:r>
              <a:rPr dirty="0" sz="1250">
                <a:solidFill>
                  <a:srgbClr val="777777"/>
                </a:solidFill>
                <a:latin typeface="Arial"/>
                <a:cs typeface="Arial"/>
              </a:rPr>
              <a:t>ill</a:t>
            </a:r>
            <a:r>
              <a:rPr dirty="0" sz="1250" spc="8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1250" spc="40">
                <a:solidFill>
                  <a:srgbClr val="626262"/>
                </a:solidFill>
                <a:latin typeface="Arial"/>
                <a:cs typeface="Arial"/>
              </a:rPr>
              <a:t>be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finalized</a:t>
            </a:r>
            <a:r>
              <a:rPr dirty="0" sz="1250" spc="32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and</a:t>
            </a:r>
            <a:r>
              <a:rPr dirty="0" sz="1250" spc="23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reflected</a:t>
            </a:r>
            <a:r>
              <a:rPr dirty="0" sz="1250" spc="33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in</a:t>
            </a:r>
            <a:r>
              <a:rPr dirty="0" sz="1250" spc="20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504F4F"/>
                </a:solidFill>
                <a:latin typeface="Arial"/>
                <a:cs typeface="Arial"/>
              </a:rPr>
              <a:t>your</a:t>
            </a:r>
            <a:r>
              <a:rPr dirty="0" sz="1250" spc="24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26262"/>
                </a:solidFill>
                <a:latin typeface="Arial"/>
                <a:cs typeface="Arial"/>
              </a:rPr>
              <a:t>statement.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If</a:t>
            </a:r>
            <a:r>
              <a:rPr dirty="0" sz="1250" spc="26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04F4F"/>
                </a:solidFill>
                <a:latin typeface="Arial"/>
                <a:cs typeface="Arial"/>
              </a:rPr>
              <a:t>this</a:t>
            </a:r>
            <a:r>
              <a:rPr dirty="0" sz="1250" spc="18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transaction</a:t>
            </a:r>
            <a:r>
              <a:rPr dirty="0" sz="1250" spc="23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504F4F"/>
                </a:solidFill>
                <a:latin typeface="Arial"/>
                <a:cs typeface="Arial"/>
              </a:rPr>
              <a:t>is</a:t>
            </a:r>
            <a:r>
              <a:rPr dirty="0" sz="1250" spc="14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626262"/>
                </a:solidFill>
                <a:latin typeface="Arial"/>
                <a:cs typeface="Arial"/>
              </a:rPr>
              <a:t>unfamiliar,</a:t>
            </a:r>
            <a:r>
              <a:rPr dirty="0" sz="1250" spc="18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please</a:t>
            </a:r>
            <a:r>
              <a:rPr dirty="0" sz="1250" spc="11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626262"/>
                </a:solidFill>
                <a:latin typeface="Arial"/>
                <a:cs typeface="Arial"/>
              </a:rPr>
              <a:t>call</a:t>
            </a:r>
            <a:r>
              <a:rPr dirty="0" sz="1250" spc="114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us</a:t>
            </a:r>
            <a:r>
              <a:rPr dirty="0" sz="1250" spc="12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·mmediately</a:t>
            </a:r>
            <a:r>
              <a:rPr dirty="0" sz="1250" spc="34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10">
                <a:solidFill>
                  <a:srgbClr val="626262"/>
                </a:solidFill>
                <a:latin typeface="Arial"/>
                <a:cs typeface="Arial"/>
              </a:rPr>
              <a:t>to</a:t>
            </a:r>
            <a:r>
              <a:rPr dirty="0" sz="1250" spc="21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5">
                <a:solidFill>
                  <a:srgbClr val="626262"/>
                </a:solidFill>
                <a:latin typeface="Arial"/>
                <a:cs typeface="Arial"/>
              </a:rPr>
              <a:t>prevent</a:t>
            </a:r>
            <a:r>
              <a:rPr dirty="0" sz="1250" spc="15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50">
                <a:solidFill>
                  <a:srgbClr val="504F4F"/>
                </a:solidFill>
                <a:latin typeface="Arial"/>
                <a:cs typeface="Arial"/>
              </a:rPr>
              <a:t>further</a:t>
            </a:r>
            <a:endParaRPr sz="1250">
              <a:latin typeface="Arial"/>
              <a:cs typeface="Arial"/>
            </a:endParaRPr>
          </a:p>
          <a:p>
            <a:pPr marL="20955">
              <a:lnSpc>
                <a:spcPct val="100000"/>
              </a:lnSpc>
              <a:spcBef>
                <a:spcPts val="295"/>
              </a:spcBef>
            </a:pPr>
            <a:r>
              <a:rPr dirty="0" sz="1450" spc="60">
                <a:solidFill>
                  <a:srgbClr val="626262"/>
                </a:solidFill>
                <a:latin typeface="Times New Roman"/>
                <a:cs typeface="Times New Roman"/>
              </a:rPr>
              <a:t>acron.</a:t>
            </a:r>
            <a:endParaRPr sz="14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655"/>
              </a:spcBef>
            </a:pP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Thank</a:t>
            </a:r>
            <a:r>
              <a:rPr dirty="0" sz="1250" spc="265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you</a:t>
            </a:r>
            <a:r>
              <a:rPr dirty="0" sz="1250" spc="155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for</a:t>
            </a:r>
            <a:r>
              <a:rPr dirty="0" sz="1250" spc="16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626262"/>
                </a:solidFill>
                <a:latin typeface="Arial"/>
                <a:cs typeface="Arial"/>
              </a:rPr>
              <a:t>helping</a:t>
            </a:r>
            <a:r>
              <a:rPr dirty="0" sz="1250" spc="15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626262"/>
                </a:solidFill>
                <a:latin typeface="Arial"/>
                <a:cs typeface="Arial"/>
              </a:rPr>
              <a:t>us</a:t>
            </a:r>
            <a:r>
              <a:rPr dirty="0" sz="1250" spc="9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105">
                <a:solidFill>
                  <a:srgbClr val="626262"/>
                </a:solidFill>
                <a:latin typeface="Arial"/>
                <a:cs typeface="Arial"/>
              </a:rPr>
              <a:t>k</a:t>
            </a:r>
            <a:r>
              <a:rPr dirty="0" sz="1250" spc="-105">
                <a:solidFill>
                  <a:srgbClr val="AEA5A5"/>
                </a:solidFill>
                <a:latin typeface="Arial"/>
                <a:cs typeface="Arial"/>
              </a:rPr>
              <a:t>,</a:t>
            </a:r>
            <a:r>
              <a:rPr dirty="0" sz="1250" spc="-105">
                <a:solidFill>
                  <a:srgbClr val="626262"/>
                </a:solidFill>
                <a:latin typeface="Arial"/>
                <a:cs typeface="Arial"/>
              </a:rPr>
              <a:t>e</a:t>
            </a:r>
            <a:r>
              <a:rPr dirty="0" sz="1250" spc="-105">
                <a:solidFill>
                  <a:srgbClr val="B8B6B6"/>
                </a:solidFill>
                <a:latin typeface="Arial"/>
                <a:cs typeface="Arial"/>
              </a:rPr>
              <a:t>·</a:t>
            </a:r>
            <a:r>
              <a:rPr dirty="0" sz="1250" spc="-105">
                <a:solidFill>
                  <a:srgbClr val="626262"/>
                </a:solidFill>
                <a:latin typeface="Arial"/>
                <a:cs typeface="Arial"/>
              </a:rPr>
              <a:t>ep</a:t>
            </a:r>
            <a:r>
              <a:rPr dirty="0" sz="1250" spc="55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>
                <a:solidFill>
                  <a:srgbClr val="504F4F"/>
                </a:solidFill>
                <a:latin typeface="Arial"/>
                <a:cs typeface="Arial"/>
              </a:rPr>
              <a:t>your</a:t>
            </a:r>
            <a:r>
              <a:rPr dirty="0" sz="1250" spc="130">
                <a:solidFill>
                  <a:srgbClr val="504F4F"/>
                </a:solidFill>
                <a:latin typeface="Arial"/>
                <a:cs typeface="Arial"/>
              </a:rPr>
              <a:t> </a:t>
            </a:r>
            <a:r>
              <a:rPr dirty="0" sz="1250" spc="45">
                <a:solidFill>
                  <a:srgbClr val="626262"/>
                </a:solidFill>
                <a:latin typeface="Arial"/>
                <a:cs typeface="Arial"/>
              </a:rPr>
              <a:t>account</a:t>
            </a:r>
            <a:r>
              <a:rPr dirty="0" sz="1250" spc="140">
                <a:solidFill>
                  <a:srgbClr val="626262"/>
                </a:solidFill>
                <a:latin typeface="Arial"/>
                <a:cs typeface="Arial"/>
              </a:rPr>
              <a:t> </a:t>
            </a:r>
            <a:r>
              <a:rPr dirty="0" sz="1250" spc="-10">
                <a:solidFill>
                  <a:srgbClr val="626262"/>
                </a:solidFill>
                <a:latin typeface="Arial"/>
                <a:cs typeface="Arial"/>
              </a:rPr>
              <a:t>secure.</a:t>
            </a:r>
            <a:endParaRPr sz="12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80"/>
              </a:spcBef>
            </a:pPr>
            <a:endParaRPr sz="1250">
              <a:latin typeface="Arial"/>
              <a:cs typeface="Arial"/>
            </a:endParaRPr>
          </a:p>
          <a:p>
            <a:pPr marL="17780">
              <a:lnSpc>
                <a:spcPct val="100000"/>
              </a:lnSpc>
            </a:pPr>
            <a:r>
              <a:rPr dirty="0" sz="1250" spc="50" b="1">
                <a:solidFill>
                  <a:srgbClr val="423D3D"/>
                </a:solidFill>
                <a:latin typeface="Arial"/>
                <a:cs typeface="Arial"/>
              </a:rPr>
              <a:t>Team</a:t>
            </a:r>
            <a:r>
              <a:rPr dirty="0" sz="1250" spc="105" b="1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 spc="-10" b="1">
                <a:solidFill>
                  <a:srgbClr val="423D3D"/>
                </a:solidFill>
                <a:latin typeface="Arial"/>
                <a:cs typeface="Arial"/>
              </a:rPr>
              <a:t>PayPal</a:t>
            </a:r>
            <a:endParaRPr sz="125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506455" y="4360179"/>
            <a:ext cx="74422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60" b="1">
                <a:solidFill>
                  <a:srgbClr val="423D3D"/>
                </a:solidFill>
                <a:latin typeface="Arial"/>
                <a:cs typeface="Arial"/>
              </a:rPr>
              <a:t>Trade</a:t>
            </a:r>
            <a:r>
              <a:rPr dirty="0" sz="1250" spc="155" b="1">
                <a:solidFill>
                  <a:srgbClr val="423D3D"/>
                </a:solidFill>
                <a:latin typeface="Arial"/>
                <a:cs typeface="Arial"/>
              </a:rPr>
              <a:t> </a:t>
            </a:r>
            <a:r>
              <a:rPr dirty="0" sz="1250" spc="35" b="1">
                <a:solidFill>
                  <a:srgbClr val="423D3D"/>
                </a:solidFill>
                <a:latin typeface="Arial"/>
                <a:cs typeface="Arial"/>
              </a:rPr>
              <a:t>ID</a:t>
            </a:r>
            <a:endParaRPr sz="125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54439" y="7930186"/>
            <a:ext cx="33572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110" b="1">
                <a:solidFill>
                  <a:srgbClr val="7C1D21"/>
                </a:solidFill>
                <a:latin typeface="Arial"/>
                <a:cs typeface="Arial"/>
              </a:rPr>
              <a:t>Customer</a:t>
            </a:r>
            <a:r>
              <a:rPr dirty="0" sz="1350" spc="335" b="1">
                <a:solidFill>
                  <a:srgbClr val="7C1D21"/>
                </a:solidFill>
                <a:latin typeface="Arial"/>
                <a:cs typeface="Arial"/>
              </a:rPr>
              <a:t> </a:t>
            </a:r>
            <a:r>
              <a:rPr dirty="0" sz="1350" spc="110" b="1">
                <a:solidFill>
                  <a:srgbClr val="7C1D21"/>
                </a:solidFill>
                <a:latin typeface="Arial"/>
                <a:cs typeface="Arial"/>
              </a:rPr>
              <a:t>Support:</a:t>
            </a:r>
            <a:r>
              <a:rPr dirty="0" sz="1350" spc="-10" b="1">
                <a:solidFill>
                  <a:srgbClr val="7C1D21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C8182D"/>
                </a:solidFill>
                <a:latin typeface="Arial"/>
                <a:cs typeface="Arial"/>
              </a:rPr>
              <a:t>+1</a:t>
            </a:r>
            <a:r>
              <a:rPr dirty="0" sz="1350" spc="95" b="1" i="1">
                <a:solidFill>
                  <a:srgbClr val="C8182D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C8182D"/>
                </a:solidFill>
                <a:latin typeface="Arial"/>
                <a:cs typeface="Arial"/>
              </a:rPr>
              <a:t>(828)</a:t>
            </a:r>
            <a:r>
              <a:rPr dirty="0" sz="1350" spc="-5" b="1" i="1">
                <a:solidFill>
                  <a:srgbClr val="C8182D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C8182D"/>
                </a:solidFill>
                <a:latin typeface="Arial"/>
                <a:cs typeface="Arial"/>
              </a:rPr>
              <a:t>220-</a:t>
            </a:r>
            <a:r>
              <a:rPr dirty="0" sz="1350" spc="-20" b="1" i="1">
                <a:solidFill>
                  <a:srgbClr val="C8182D"/>
                </a:solidFill>
                <a:latin typeface="Arial"/>
                <a:cs typeface="Arial"/>
              </a:rPr>
              <a:t>5224</a:t>
            </a:r>
            <a:endParaRPr sz="135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941656" y="8611518"/>
            <a:ext cx="305435" cy="165100"/>
          </a:xfrm>
          <a:custGeom>
            <a:avLst/>
            <a:gdLst/>
            <a:ahLst/>
            <a:cxnLst/>
            <a:rect l="l" t="t" r="r" b="b"/>
            <a:pathLst>
              <a:path w="305435" h="165100">
                <a:moveTo>
                  <a:pt x="305184" y="164798"/>
                </a:moveTo>
                <a:lnTo>
                  <a:pt x="0" y="164798"/>
                </a:lnTo>
                <a:lnTo>
                  <a:pt x="0" y="0"/>
                </a:lnTo>
                <a:lnTo>
                  <a:pt x="305184" y="0"/>
                </a:lnTo>
                <a:lnTo>
                  <a:pt x="305184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48064" y="8603599"/>
            <a:ext cx="5779135" cy="170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PayPal</a:t>
            </a:r>
            <a:r>
              <a:rPr dirty="0" sz="950" spc="21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will</a:t>
            </a:r>
            <a:r>
              <a:rPr dirty="0" sz="950" spc="14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never</a:t>
            </a:r>
            <a:r>
              <a:rPr dirty="0" sz="950" spc="16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ask</a:t>
            </a:r>
            <a:r>
              <a:rPr dirty="0" sz="950" spc="15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for</a:t>
            </a:r>
            <a:r>
              <a:rPr dirty="0" sz="950" spc="28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your</a:t>
            </a:r>
            <a:r>
              <a:rPr dirty="0" sz="950" spc="13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password</a:t>
            </a:r>
            <a:r>
              <a:rPr dirty="0" sz="950" spc="11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or</a:t>
            </a:r>
            <a:r>
              <a:rPr dirty="0" sz="950" spc="114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personal</a:t>
            </a:r>
            <a:r>
              <a:rPr dirty="0" sz="950" spc="23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details</a:t>
            </a:r>
            <a:r>
              <a:rPr dirty="0" sz="950" spc="13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via</a:t>
            </a:r>
            <a:r>
              <a:rPr dirty="0" sz="950" spc="14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email.</a:t>
            </a:r>
            <a:r>
              <a:rPr dirty="0" sz="950" spc="21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8A8382"/>
                </a:solidFill>
                <a:latin typeface="Arial"/>
                <a:cs typeface="Arial"/>
              </a:rPr>
              <a:t>A</a:t>
            </a:r>
            <a:r>
              <a:rPr dirty="0" sz="950">
                <a:solidFill>
                  <a:srgbClr val="AEA5A5"/>
                </a:solidFill>
                <a:latin typeface="Arial"/>
                <a:cs typeface="Arial"/>
              </a:rPr>
              <a:t>lways</a:t>
            </a:r>
            <a:r>
              <a:rPr dirty="0" sz="950" spc="100">
                <a:solidFill>
                  <a:srgbClr val="AEA5A5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ensure</a:t>
            </a:r>
            <a:r>
              <a:rPr dirty="0" sz="950" spc="19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emails</a:t>
            </a:r>
            <a:r>
              <a:rPr dirty="0" sz="950" spc="114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are</a:t>
            </a:r>
            <a:r>
              <a:rPr dirty="0" sz="950" spc="5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30">
                <a:solidFill>
                  <a:srgbClr val="9A9391"/>
                </a:solidFill>
                <a:latin typeface="Arial"/>
                <a:cs typeface="Arial"/>
              </a:rPr>
              <a:t>from</a:t>
            </a:r>
            <a:endParaRPr sz="95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734919" y="8996035"/>
            <a:ext cx="18415" cy="165100"/>
          </a:xfrm>
          <a:custGeom>
            <a:avLst/>
            <a:gdLst/>
            <a:ahLst/>
            <a:cxnLst/>
            <a:rect l="l" t="t" r="r" b="b"/>
            <a:pathLst>
              <a:path w="18414" h="165100">
                <a:moveTo>
                  <a:pt x="18317" y="164798"/>
                </a:moveTo>
                <a:lnTo>
                  <a:pt x="0" y="164798"/>
                </a:lnTo>
                <a:lnTo>
                  <a:pt x="0" y="0"/>
                </a:lnTo>
                <a:lnTo>
                  <a:pt x="18317" y="0"/>
                </a:lnTo>
                <a:lnTo>
                  <a:pt x="18317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357948" y="9237121"/>
            <a:ext cx="12700" cy="165100"/>
          </a:xfrm>
          <a:custGeom>
            <a:avLst/>
            <a:gdLst/>
            <a:ahLst/>
            <a:cxnLst/>
            <a:rect l="l" t="t" r="r" b="b"/>
            <a:pathLst>
              <a:path w="12700" h="165100">
                <a:moveTo>
                  <a:pt x="12211" y="164798"/>
                </a:moveTo>
                <a:lnTo>
                  <a:pt x="0" y="164798"/>
                </a:lnTo>
                <a:lnTo>
                  <a:pt x="0" y="0"/>
                </a:lnTo>
                <a:lnTo>
                  <a:pt x="12211" y="0"/>
                </a:lnTo>
                <a:lnTo>
                  <a:pt x="12211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718033" y="9237121"/>
            <a:ext cx="192405" cy="165100"/>
          </a:xfrm>
          <a:custGeom>
            <a:avLst/>
            <a:gdLst/>
            <a:ahLst/>
            <a:cxnLst/>
            <a:rect l="l" t="t" r="r" b="b"/>
            <a:pathLst>
              <a:path w="192405" h="165100">
                <a:moveTo>
                  <a:pt x="192331" y="164798"/>
                </a:moveTo>
                <a:lnTo>
                  <a:pt x="0" y="164798"/>
                </a:lnTo>
                <a:lnTo>
                  <a:pt x="0" y="0"/>
                </a:lnTo>
                <a:lnTo>
                  <a:pt x="192331" y="0"/>
                </a:lnTo>
                <a:lnTo>
                  <a:pt x="192331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848185" y="8699578"/>
            <a:ext cx="3447415" cy="83756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4604">
              <a:lnSpc>
                <a:spcPct val="100000"/>
              </a:lnSpc>
              <a:spcBef>
                <a:spcPts val="400"/>
              </a:spcBef>
            </a:pP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officia</a:t>
            </a:r>
            <a:r>
              <a:rPr dirty="0" sz="950" spc="459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sources.</a:t>
            </a:r>
            <a:endParaRPr sz="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30"/>
              </a:spcBef>
            </a:pP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Need</a:t>
            </a:r>
            <a:r>
              <a:rPr dirty="0" sz="950" spc="14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help?</a:t>
            </a:r>
            <a:r>
              <a:rPr dirty="0" sz="950" spc="16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Visit</a:t>
            </a:r>
            <a:r>
              <a:rPr dirty="0" sz="950" spc="14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9A9391"/>
                </a:solidFill>
                <a:latin typeface="Arial"/>
                <a:cs typeface="Arial"/>
              </a:rPr>
              <a:t>our</a:t>
            </a:r>
            <a:r>
              <a:rPr dirty="0" sz="950" spc="2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05456"/>
                </a:solidFill>
                <a:latin typeface="Arial"/>
                <a:cs typeface="Arial"/>
              </a:rPr>
              <a:t>He</a:t>
            </a:r>
            <a:r>
              <a:rPr dirty="0" sz="950">
                <a:solidFill>
                  <a:srgbClr val="802F34"/>
                </a:solidFill>
                <a:latin typeface="Arial"/>
                <a:cs typeface="Arial"/>
              </a:rPr>
              <a:t>l</a:t>
            </a:r>
            <a:r>
              <a:rPr dirty="0" sz="950">
                <a:solidFill>
                  <a:srgbClr val="905456"/>
                </a:solidFill>
                <a:latin typeface="Arial"/>
                <a:cs typeface="Arial"/>
              </a:rPr>
              <a:t>p</a:t>
            </a:r>
            <a:r>
              <a:rPr dirty="0" sz="950" spc="70">
                <a:solidFill>
                  <a:srgbClr val="905456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05456"/>
                </a:solidFill>
                <a:latin typeface="Arial"/>
                <a:cs typeface="Arial"/>
              </a:rPr>
              <a:t>Center</a:t>
            </a:r>
            <a:r>
              <a:rPr dirty="0" sz="950">
                <a:solidFill>
                  <a:srgbClr val="AEA5A5"/>
                </a:solidFill>
                <a:latin typeface="Arial"/>
                <a:cs typeface="Arial"/>
              </a:rPr>
              <a:t>:</a:t>
            </a:r>
            <a:r>
              <a:rPr dirty="0" sz="950" spc="195">
                <a:solidFill>
                  <a:srgbClr val="AEA5A5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080000"/>
                </a:solidFill>
                <a:latin typeface="Arial"/>
                <a:cs typeface="Arial"/>
              </a:rPr>
              <a:t>+1</a:t>
            </a:r>
            <a:r>
              <a:rPr dirty="0" sz="1350" spc="150" b="1" i="1">
                <a:solidFill>
                  <a:srgbClr val="080000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080000"/>
                </a:solidFill>
                <a:latin typeface="Arial"/>
                <a:cs typeface="Arial"/>
              </a:rPr>
              <a:t>(828)</a:t>
            </a:r>
            <a:r>
              <a:rPr dirty="0" sz="1350" spc="30" b="1" i="1">
                <a:solidFill>
                  <a:srgbClr val="080000"/>
                </a:solidFill>
                <a:latin typeface="Arial"/>
                <a:cs typeface="Arial"/>
              </a:rPr>
              <a:t> </a:t>
            </a:r>
            <a:r>
              <a:rPr dirty="0" sz="1350" b="1" i="1">
                <a:solidFill>
                  <a:srgbClr val="080000"/>
                </a:solidFill>
                <a:latin typeface="Arial"/>
                <a:cs typeface="Arial"/>
              </a:rPr>
              <a:t>220-</a:t>
            </a:r>
            <a:r>
              <a:rPr dirty="0" sz="1350" spc="-20" b="1" i="1">
                <a:solidFill>
                  <a:srgbClr val="080000"/>
                </a:solidFill>
                <a:latin typeface="Arial"/>
                <a:cs typeface="Arial"/>
              </a:rPr>
              <a:t>5224</a:t>
            </a:r>
            <a:endParaRPr sz="1350">
              <a:latin typeface="Arial"/>
              <a:cs typeface="Arial"/>
            </a:endParaRPr>
          </a:p>
          <a:p>
            <a:pPr marL="15875" marR="1353185" indent="-635">
              <a:lnSpc>
                <a:spcPts val="1080"/>
              </a:lnSpc>
              <a:spcBef>
                <a:spcPts val="765"/>
              </a:spcBef>
              <a:tabLst>
                <a:tab pos="753110" algn="l"/>
              </a:tabLst>
            </a:pP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Copyngh</a:t>
            </a:r>
            <a:r>
              <a:rPr dirty="0" sz="950" spc="-10">
                <a:solidFill>
                  <a:srgbClr val="AEA5A5"/>
                </a:solidFill>
                <a:latin typeface="Arial"/>
                <a:cs typeface="Arial"/>
              </a:rPr>
              <a:t>,</a:t>
            </a: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t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	</a:t>
            </a:r>
            <a:r>
              <a:rPr dirty="0" sz="950" spc="50">
                <a:solidFill>
                  <a:srgbClr val="9A9391"/>
                </a:solidFill>
                <a:latin typeface="Arial"/>
                <a:cs typeface="Arial"/>
              </a:rPr>
              <a:t>1999-</a:t>
            </a:r>
            <a:r>
              <a:rPr dirty="0" sz="950" spc="55">
                <a:solidFill>
                  <a:srgbClr val="9A9391"/>
                </a:solidFill>
                <a:latin typeface="Arial"/>
                <a:cs typeface="Arial"/>
              </a:rPr>
              <a:t>2026</a:t>
            </a:r>
            <a:r>
              <a:rPr dirty="0" sz="950" spc="2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9A9391"/>
                </a:solidFill>
                <a:latin typeface="Arial"/>
                <a:cs typeface="Arial"/>
              </a:rPr>
              <a:t>PayPal,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20">
                <a:solidFill>
                  <a:srgbClr val="AEA5A5"/>
                </a:solidFill>
                <a:latin typeface="Arial"/>
                <a:cs typeface="Arial"/>
              </a:rPr>
              <a:t>Inc. </a:t>
            </a:r>
            <a:r>
              <a:rPr dirty="0" sz="950" spc="10">
                <a:solidFill>
                  <a:srgbClr val="9A9391"/>
                </a:solidFill>
                <a:latin typeface="Arial"/>
                <a:cs typeface="Arial"/>
              </a:rPr>
              <a:t>All</a:t>
            </a:r>
            <a:r>
              <a:rPr dirty="0" sz="950" spc="14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10">
                <a:solidFill>
                  <a:srgbClr val="8A8382"/>
                </a:solidFill>
                <a:latin typeface="Arial"/>
                <a:cs typeface="Arial"/>
              </a:rPr>
              <a:t>rights</a:t>
            </a:r>
            <a:r>
              <a:rPr dirty="0" sz="950" spc="85">
                <a:solidFill>
                  <a:srgbClr val="8A8382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reserved.</a:t>
            </a:r>
            <a:endParaRPr sz="9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69406" y="9643000"/>
            <a:ext cx="537845" cy="165100"/>
          </a:xfrm>
          <a:custGeom>
            <a:avLst/>
            <a:gdLst/>
            <a:ahLst/>
            <a:cxnLst/>
            <a:rect l="l" t="t" r="r" b="b"/>
            <a:pathLst>
              <a:path w="537844" h="165100">
                <a:moveTo>
                  <a:pt x="537306" y="164798"/>
                </a:moveTo>
                <a:lnTo>
                  <a:pt x="0" y="164798"/>
                </a:lnTo>
                <a:lnTo>
                  <a:pt x="0" y="0"/>
                </a:lnTo>
                <a:lnTo>
                  <a:pt x="537306" y="0"/>
                </a:lnTo>
                <a:lnTo>
                  <a:pt x="537306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2680126" y="9643000"/>
            <a:ext cx="15875" cy="165100"/>
          </a:xfrm>
          <a:custGeom>
            <a:avLst/>
            <a:gdLst/>
            <a:ahLst/>
            <a:cxnLst/>
            <a:rect l="l" t="t" r="r" b="b"/>
            <a:pathLst>
              <a:path w="15875" h="165100">
                <a:moveTo>
                  <a:pt x="15264" y="164798"/>
                </a:moveTo>
                <a:lnTo>
                  <a:pt x="0" y="164798"/>
                </a:lnTo>
                <a:lnTo>
                  <a:pt x="0" y="0"/>
                </a:lnTo>
                <a:lnTo>
                  <a:pt x="15264" y="0"/>
                </a:lnTo>
                <a:lnTo>
                  <a:pt x="15264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32551" y="9643000"/>
            <a:ext cx="18415" cy="165100"/>
          </a:xfrm>
          <a:custGeom>
            <a:avLst/>
            <a:gdLst/>
            <a:ahLst/>
            <a:cxnLst/>
            <a:rect l="l" t="t" r="r" b="b"/>
            <a:pathLst>
              <a:path w="18414" h="165100">
                <a:moveTo>
                  <a:pt x="18317" y="164798"/>
                </a:moveTo>
                <a:lnTo>
                  <a:pt x="0" y="164798"/>
                </a:lnTo>
                <a:lnTo>
                  <a:pt x="0" y="0"/>
                </a:lnTo>
                <a:lnTo>
                  <a:pt x="18317" y="0"/>
                </a:lnTo>
                <a:lnTo>
                  <a:pt x="18317" y="164798"/>
                </a:lnTo>
                <a:close/>
              </a:path>
            </a:pathLst>
          </a:custGeom>
          <a:solidFill>
            <a:srgbClr val="F0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47823" y="9500806"/>
            <a:ext cx="4126865" cy="30480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marL="12700" marR="5080" indent="3175">
              <a:lnSpc>
                <a:spcPts val="1060"/>
              </a:lnSpc>
              <a:spcBef>
                <a:spcPts val="200"/>
              </a:spcBef>
            </a:pP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Corporate</a:t>
            </a:r>
            <a:r>
              <a:rPr dirty="0" sz="950" spc="19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Address:</a:t>
            </a:r>
            <a:r>
              <a:rPr dirty="0" sz="950" spc="15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55">
                <a:solidFill>
                  <a:srgbClr val="9A9391"/>
                </a:solidFill>
                <a:latin typeface="Arial"/>
                <a:cs typeface="Arial"/>
              </a:rPr>
              <a:t>2211</a:t>
            </a: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North</a:t>
            </a:r>
            <a:r>
              <a:rPr dirty="0" sz="950" spc="4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Firs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t</a:t>
            </a:r>
            <a:r>
              <a:rPr dirty="0" sz="950" spc="155">
                <a:solidFill>
                  <a:srgbClr val="777777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Street.</a:t>
            </a:r>
            <a:r>
              <a:rPr dirty="0" sz="950" spc="10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9A9391"/>
                </a:solidFill>
                <a:latin typeface="Arial"/>
                <a:cs typeface="Arial"/>
              </a:rPr>
              <a:t>San</a:t>
            </a:r>
            <a:r>
              <a:rPr dirty="0" sz="950" spc="-3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777777"/>
                </a:solidFill>
                <a:latin typeface="Arial"/>
                <a:cs typeface="Arial"/>
              </a:rPr>
              <a:t>J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ose,</a:t>
            </a:r>
            <a:r>
              <a:rPr dirty="0" sz="950" spc="9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50">
                <a:solidFill>
                  <a:srgbClr val="9A9391"/>
                </a:solidFill>
                <a:latin typeface="Arial"/>
                <a:cs typeface="Arial"/>
              </a:rPr>
              <a:t>CA</a:t>
            </a:r>
            <a:r>
              <a:rPr dirty="0" sz="950" spc="5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50">
                <a:solidFill>
                  <a:srgbClr val="9A9391"/>
                </a:solidFill>
                <a:latin typeface="Arial"/>
                <a:cs typeface="Arial"/>
              </a:rPr>
              <a:t>95131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Reference</a:t>
            </a:r>
            <a:r>
              <a:rPr dirty="0" sz="950" spc="5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AEA5A5"/>
                </a:solidFill>
                <a:latin typeface="Arial"/>
                <a:cs typeface="Arial"/>
              </a:rPr>
              <a:t>Identifier·</a:t>
            </a:r>
            <a:r>
              <a:rPr dirty="0" sz="950" spc="15">
                <a:solidFill>
                  <a:srgbClr val="AEA5A5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RT000238</a:t>
            </a:r>
            <a:r>
              <a:rPr dirty="0" sz="950" spc="114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 spc="-150">
                <a:solidFill>
                  <a:srgbClr val="B8B6B6"/>
                </a:solidFill>
                <a:latin typeface="Arial"/>
                <a:cs typeface="Arial"/>
              </a:rPr>
              <a:t>•</a:t>
            </a:r>
            <a:r>
              <a:rPr dirty="0" sz="950" spc="60">
                <a:solidFill>
                  <a:srgbClr val="B8B6B6"/>
                </a:solidFill>
                <a:latin typeface="Arial"/>
                <a:cs typeface="Arial"/>
              </a:rPr>
              <a:t> </a:t>
            </a:r>
            <a:r>
              <a:rPr dirty="0" sz="950" spc="-60">
                <a:solidFill>
                  <a:srgbClr val="9A9391"/>
                </a:solidFill>
                <a:latin typeface="Arial"/>
                <a:cs typeface="Arial"/>
              </a:rPr>
              <a:t>en</a:t>
            </a:r>
            <a:r>
              <a:rPr dirty="0" sz="950" spc="220">
                <a:solidFill>
                  <a:srgbClr val="9A9391"/>
                </a:solidFill>
                <a:latin typeface="Arial"/>
                <a:cs typeface="Arial"/>
              </a:rPr>
              <a:t> 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US</a:t>
            </a:r>
            <a:r>
              <a:rPr dirty="0" sz="950" spc="170">
                <a:solidFill>
                  <a:srgbClr val="9A9391"/>
                </a:solidFill>
                <a:latin typeface="Arial"/>
                <a:cs typeface="Arial"/>
              </a:rPr>
              <a:t>  </a:t>
            </a:r>
            <a:r>
              <a:rPr dirty="0" sz="950">
                <a:solidFill>
                  <a:srgbClr val="8A8382"/>
                </a:solidFill>
                <a:latin typeface="Arial"/>
                <a:cs typeface="Arial"/>
              </a:rPr>
              <a:t>Release</a:t>
            </a:r>
            <a:r>
              <a:rPr dirty="0" sz="950" spc="65">
                <a:solidFill>
                  <a:srgbClr val="8A83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8A8382"/>
                </a:solidFill>
                <a:latin typeface="Arial"/>
                <a:cs typeface="Arial"/>
              </a:rPr>
              <a:t>1</a:t>
            </a:r>
            <a:r>
              <a:rPr dirty="0" sz="950" spc="90">
                <a:solidFill>
                  <a:srgbClr val="8A8382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9A9391"/>
                </a:solidFill>
                <a:latin typeface="Arial"/>
                <a:cs typeface="Arial"/>
              </a:rPr>
              <a:t>3.0</a:t>
            </a:r>
            <a:r>
              <a:rPr dirty="0" sz="950" spc="70">
                <a:solidFill>
                  <a:srgbClr val="9A9391"/>
                </a:solidFill>
                <a:latin typeface="Arial"/>
                <a:cs typeface="Arial"/>
              </a:rPr>
              <a:t> </a:t>
            </a:r>
            <a:r>
              <a:rPr dirty="0" sz="950">
                <a:solidFill>
                  <a:srgbClr val="AEA5A5"/>
                </a:solidFill>
                <a:latin typeface="Arial"/>
                <a:cs typeface="Arial"/>
              </a:rPr>
              <a:t>•</a:t>
            </a:r>
            <a:r>
              <a:rPr dirty="0" sz="950" spc="95">
                <a:solidFill>
                  <a:srgbClr val="AEA5A5"/>
                </a:solidFill>
                <a:latin typeface="Arial"/>
                <a:cs typeface="Arial"/>
              </a:rPr>
              <a:t> </a:t>
            </a:r>
            <a:r>
              <a:rPr dirty="0" sz="950" spc="-10">
                <a:solidFill>
                  <a:srgbClr val="8A8382"/>
                </a:solidFill>
                <a:latin typeface="Arial"/>
                <a:cs typeface="Arial"/>
              </a:rPr>
              <a:t>573001106849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about:blank</dc:title>
  <dcterms:created xsi:type="dcterms:W3CDTF">2026-04-27T14:08:48Z</dcterms:created>
  <dcterms:modified xsi:type="dcterms:W3CDTF">2026-04-27T14:08:48Z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2026-01-30T00:00:00Z</vt:filetime>
  </property>
  <property fmtid="{D5CDD505-2E9C-101B-9397-08002B2CF9AE}" pid="3" name="Creator">
    <vt:lpwstr>Adobe Photoshop CC (Windows)</vt:lpwstr>
  </property>
  <property fmtid="{D5CDD505-2E9C-101B-9397-08002B2CF9AE}" pid="4" name="LastSaved">
    <vt:filetime>2026-04-27T00:00:00Z</vt:filetime>
  </property>
  <property fmtid="{D5CDD505-2E9C-101B-9397-08002B2CF9AE}" pid="5" name="Producer">
    <vt:lpwstr>iLovePDF</vt:lpwstr>
  </property>
</Properties>
</file>